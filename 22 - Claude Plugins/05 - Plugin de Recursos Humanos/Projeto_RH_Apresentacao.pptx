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Colaboradores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Excede</c:v>
                  </c:pt>
                  <c:pt idx="1">
                    <c:v>Atinge
Pleno</c:v>
                  </c:pt>
                  <c:pt idx="2">
                    <c:v>Atinge</c:v>
                  </c:pt>
                  <c:pt idx="3">
                    <c:v>Em
Desenv.</c:v>
                  </c:pt>
                  <c:pt idx="4">
                    <c:v>Abaixo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Atual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RH</c:v>
                  </c:pt>
                  <c:pt idx="1">
                    <c:v>Financeiro</c:v>
                  </c:pt>
                  <c:pt idx="2">
                    <c:v>Comercial</c:v>
                  </c:pt>
                  <c:pt idx="3">
                    <c:v>Tecnologia</c:v>
                  </c:pt>
                  <c:pt idx="4">
                    <c:v>Operações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25</c:v>
                </c:pt>
                <c:pt idx="3">
                  <c:v>35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12m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RH</c:v>
                  </c:pt>
                  <c:pt idx="1">
                    <c:v>Financeiro</c:v>
                  </c:pt>
                  <c:pt idx="2">
                    <c:v>Comercial</c:v>
                  </c:pt>
                  <c:pt idx="3">
                    <c:v>Tecnologia</c:v>
                  </c:pt>
                  <c:pt idx="4">
                    <c:v>Operações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32</c:v>
                </c:pt>
                <c:pt idx="3">
                  <c:v>50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COMPLETO 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Humanos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Genérico Adaptável | Todos os Módulos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Geral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914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325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4356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Recrutamento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Seleção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de atração e contratação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325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4356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280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6616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estruturada de novos colaboradores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3560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280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Avaliação 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Desempenho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6364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feedback e desenvolvimento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31520" y="292608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17296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017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Remuneração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Benefícios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6868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salarial e pacote competitivo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429000" y="292608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6616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317296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017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Planejamento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Organizacional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6616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headcount e organograma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17296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017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RH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6364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Normas, regras e diretrizes internas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3152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integrados para gestão completa do ciclo de vida do colaborador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1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Recrutamento e Seleção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Recrutamento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645920"/>
            <a:ext cx="7680960" cy="38404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645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1645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6375197" cy="384048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75197" y="22402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834640"/>
            <a:ext cx="5069434" cy="38404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2834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69434" y="2834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29000"/>
            <a:ext cx="3763670" cy="384048"/>
          </a:xfrm>
          <a:prstGeom prst="rect">
            <a:avLst/>
          </a:prstGeom>
          <a:solidFill>
            <a:srgbClr val="05D9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3429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63670" y="3429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23360"/>
            <a:ext cx="2457907" cy="384048"/>
          </a:xfrm>
          <a:prstGeom prst="rect">
            <a:avLst/>
          </a:prstGeom>
          <a:solidFill>
            <a:srgbClr val="0CEC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57907" y="4023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4206240"/>
            <a:ext cx="2514600" cy="7772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68680" y="4251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30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828800" y="4251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médios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contratar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520440" y="4206240"/>
            <a:ext cx="2514600" cy="7772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657600" y="4251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617720" y="4251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adeq. cultural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09360" y="4206240"/>
            <a:ext cx="2514600" cy="7772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46520" y="4251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406640" y="4251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ano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1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de Novos Colaboradores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29260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19659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Pré-início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5179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1º dia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1691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acesso TI,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boas-vindas, mentor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2316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06040" y="1188720"/>
            <a:ext cx="1965960" cy="29260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188720"/>
            <a:ext cx="19659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269748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 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97480" y="15179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1-5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0" y="1965960"/>
            <a:ext cx="1691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Tour, apresentações,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inicial, setup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54880" y="1188720"/>
            <a:ext cx="1965960" cy="29260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188720"/>
            <a:ext cx="19659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Mês 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15179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6-30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1965960"/>
            <a:ext cx="1691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técnica, 1-on-1,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iniciais, feedback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2084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903720" y="1188720"/>
            <a:ext cx="1965960" cy="29260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903720" y="1188720"/>
            <a:ext cx="19659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6995160" y="12070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dias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95160" y="15179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31-90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40880" y="1965960"/>
            <a:ext cx="1691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real, avaliação,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expectativas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90% de satisfação no onboarding e retenção de 95% no primeiro ano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1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Avaliação de Desempenho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de Avaliação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057400"/>
            <a:ext cx="0" cy="2743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(OKR)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2697480"/>
            <a:ext cx="0" cy="2743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/ Jul / Out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4400" y="3337560"/>
            <a:ext cx="0" cy="2743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260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1520" y="3611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14400" y="3977640"/>
            <a:ext cx="0" cy="2743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92608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3444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Feedback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92608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Dezembro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Distribuição de Performance</a:t>
            </a:r>
            <a:endParaRPr lang="en-US" sz="14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0" y="15544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1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Remuneração e Benefícios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Remuneração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Salarial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Bônus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Júnior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P25 - P50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 salário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P50 - P65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salários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+ Flex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Sênior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P65 - P80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salários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Liderança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P75 - P90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salários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+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P85 - P95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salários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Package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Pacote de Benefícios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1965960" cy="8686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Saúde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370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médico, odontológico, seguro de vida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606040" y="4069080"/>
            <a:ext cx="1965960" cy="8686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697480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Bem-estar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7480" y="4370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Gympass, apoio psicológico, day off aniversário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4069080"/>
            <a:ext cx="1965960" cy="8686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Desenvolvimento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4370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estudos, idiomas, certificações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903720" y="4069080"/>
            <a:ext cx="1965960" cy="86868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95160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Flexibilidade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995160" y="4370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office, horário flexível, short friday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1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Planejamento Organizacional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Organizacional Modelo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29000" y="1554480"/>
            <a:ext cx="2286000" cy="5486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290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Diretoria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21031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2377440"/>
            <a:ext cx="64008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0" y="23774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606040"/>
            <a:ext cx="150876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834640" y="23774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48840" y="2606040"/>
            <a:ext cx="150876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14884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26280" y="23774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2606040"/>
            <a:ext cx="150876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84048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23774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32120" y="2606040"/>
            <a:ext cx="150876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3212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909560" y="23774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0" y="2606040"/>
            <a:ext cx="150876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22376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de Headcount (Exemplo)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3657600"/>
          <a:ext cx="82296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01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Políticas de RH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69080" cy="105156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 de Conduta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compliance, canal de denúncias, conflito de interesses e postura profissional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097280"/>
            <a:ext cx="4069080" cy="105156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09728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Jornada e Ponto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de trabalho, banco de horas, home office, controle de frequência e horas extras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33172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Férias e Licenças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Férias, licença maternidade/paternidade, licença médica, day off e afastamentos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2331720"/>
            <a:ext cx="4069080" cy="105156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233172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Desenvolvimento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carreira, trilhas de aprendizado, bolsas de estudo e programa de mentoria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566160"/>
            <a:ext cx="4069080" cy="105156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56616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Diversidade e Inclusão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Equidade, acessibilidade, ações afirmativas e grupos de afinidade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3566160"/>
            <a:ext cx="4069080" cy="105156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356616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Desligamento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292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offboarding, entrevista de saída, devolução de equipamentos e benefícios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Entregáveis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914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984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173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Apresentação PPTX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1581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projeto com todos os módulos (este arquivo)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2128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33172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de Políticas (DOCX)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91640" y="2496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completo com todas as políticas e normas internas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1272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24612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Guia de Onboarding (DOCX)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91640" y="34107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para integração de novos colaboradores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0416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16052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RH (XLSX)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91640" y="4325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com pipeline, avaliação, headcount e remuneração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fornece uma base completa e adaptável para estruturar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de Recursos Humanos de qualquer organização.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os templates, adaptar as políticas à realidade da empresa e implementar os processos de forma gradual.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Completo de Recursos Humanos</dc:title>
  <dc:subject>PptxGenJS Presentation</dc:subject>
  <dc:creator>Claude - Projeto RH</dc:creator>
  <cp:lastModifiedBy>Claude - Projeto RH</cp:lastModifiedBy>
  <cp:revision>1</cp:revision>
  <dcterms:created xsi:type="dcterms:W3CDTF">2026-04-06T13:50:41Z</dcterms:created>
  <dcterms:modified xsi:type="dcterms:W3CDTF">2026-04-06T13:50:41Z</dcterms:modified>
</cp:coreProperties>
</file>
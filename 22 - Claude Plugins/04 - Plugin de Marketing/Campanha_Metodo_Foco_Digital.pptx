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Canais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1A1F36"/>
              </a:solidFill>
              <a:effectLst/>
            </c:spPr>
          </c:dPt>
          <c:dPt>
            <c:idx val="3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Instagram Ads</c:v>
                </c:pt>
                <c:pt idx="1">
                  <c:v>Google Ads</c:v>
                </c:pt>
                <c:pt idx="2">
                  <c:v>E-mail Mkt</c:v>
                </c:pt>
                <c:pt idx="3">
                  <c:v>Orgânico (IG/YT)</c:v>
                </c:pt>
                <c:pt idx="4">
                  <c:v>Afiliados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Foco Digital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online de produtividade para profissionais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querem recuperar 2h por dia e eliminar a sobrecarga digital.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|  Plano Estratégico Completo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da Campanha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6304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matrículas em 14 dias de carrinho aberto, gerando R$ 250 mil em receita direta.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37160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28-45 anos, CLT ou autônomos, que sentem sobrecarga digital e querem organização.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0632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0632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463040" y="3520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semanas: 2 de aquecimento + 2 de lançamento (carrinho aberto de 05 a 19 de maio).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0632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30632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486400" y="3520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 mil em mídia paga + R$ 5 mil em produção de conteúdo. ROI projetado: 12,5x.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Público-Alvo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Principal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0574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de 28-45 anos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 em áreas administrativas, marketing, tech ou freelancer/autônomo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principais: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constante de 'apagar incêndios'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 10h+ e sente que não produz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tempo com notificações e reuniões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tentou apps de produtividade sem sucesso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Encontrá-los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057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212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Reels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04088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produtividade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0604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212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04088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Tutoriais e rotinas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1546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3212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704088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'como ser mais produtivo'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70332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3212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04088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produtividade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15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Mensagens-Chave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88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"Recupere 2 horas do seu dia com um sistema simples que funciona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mundo real — sem apps complicados, sem rotinas impossíveis."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423160"/>
            <a:ext cx="2404872" cy="201168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423160"/>
            <a:ext cx="2404872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Real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é desorganizado — seu sistema é que falhou. 73% dos profissionais relatam sobrecarga digital.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2423160"/>
            <a:ext cx="2404872" cy="201168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2423160"/>
            <a:ext cx="2404872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2" name="Text 9"/>
          <p:cNvSpPr/>
          <p:nvPr/>
        </p:nvSpPr>
        <p:spPr>
          <a:xfrm>
            <a:off x="3593592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Prático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93592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semanas, você implementa um sistema testado por +2.000 alunos, com templates prontos.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9904" y="2423160"/>
            <a:ext cx="2404872" cy="201168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9904" y="2423160"/>
            <a:ext cx="2404872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Text 13"/>
          <p:cNvSpPr/>
          <p:nvPr/>
        </p:nvSpPr>
        <p:spPr>
          <a:xfrm>
            <a:off x="6272784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 Social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72784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reportam em média 2h a mais de tempo produtivo por dia, já na primeira semana.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 de Canais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389120" y="1188720"/>
            <a:ext cx="4297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262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6636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2376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R$ 5.250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6636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+ Stories. Público lookalike de leads existentes.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1993392"/>
            <a:ext cx="4297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6636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Marketing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23760" y="2039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R$ 3.750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66360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7 e-mails de lançamento. Base: 12k contatos.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89120" y="2798064"/>
            <a:ext cx="4297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26280" y="28437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843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23760" y="2843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6636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YouTube Ads. Keywords de intenção alta.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89120" y="3602736"/>
            <a:ext cx="4297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26280" y="3648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Orgânico (IG/YT)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23760" y="3648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R$ 1.800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6636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Reels/semana + 1 vídeo longo no YouTube.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Calendário Editorial — 4 Semanas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685800"/>
                <a:gridCol w="1097280"/>
                <a:gridCol w="2926080"/>
                <a:gridCol w="155448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Entregável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Aquecimento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Reels 'dores do dia a dia' + blog post com checklist grátis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IG, Blog, E-mail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do checklist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ao vivo gratuita 'As 3 Armadilhas da Produtividade' + depoimentos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IG, YT, E-mail, 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+ página de inscrição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 do carrinho + bônus early bird (3 dias) + sequência de e-mails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E-mail, IG, Ads, WhatsApp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vendas + checkout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Encerramento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Últimas vagas + stories de alunos + contagem regressiva + FAQ ao vivo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E-mail, IG, Ads, Lives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E-mails de urgência + FAQ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Conteúdo — Post Instagram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@metodo.focodigital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05840" y="17830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trabalha 10h por dia e ainda assim sente que não fez nada?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falta de disciplina.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falta de SISTEMA.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profissionais perde 2h+ por dia em: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Notificações que não precisam de resposta imediata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Reuniões que poderiam ser um e-mail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Tarefas sem prioridade definida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este post e comece a mudar hoje.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#produtividade  #focodigital  #organizacao  #carreira  #gestaodotempo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37760" y="1097280"/>
            <a:ext cx="3749040" cy="3474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25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Diretrizes do Conteúdo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12080" y="18288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(5 slides) ou Reel 30s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linha provoca identificação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Empático, direto, sem jargão corporativo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'Salve' na semana 1, 'Link na bio' nas semanas 3-4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posts + 5 stories por semana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digital, gestão do tempo, foco no trabalho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Sequência de E-mails — Lançamento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10789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que revela sua armadilha de produtividade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19072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93392" y="1463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2267712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73352" y="1828800"/>
            <a:ext cx="10789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719072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719072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Convite: aula ao vivo gratuita amanhã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19072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89504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63824" y="14630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Shape 19"/>
          <p:cNvSpPr/>
          <p:nvPr/>
        </p:nvSpPr>
        <p:spPr>
          <a:xfrm>
            <a:off x="3438144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3784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43784" y="1828800"/>
            <a:ext cx="107899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2889504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889504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abertas — Método Foco Digital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89504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59936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4256" y="14630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4608576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14216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14216" y="1828800"/>
            <a:ext cx="107899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59936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early bird expira em 48h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59936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30368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04688" y="14630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5779008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84648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84648" y="1828800"/>
            <a:ext cx="107899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230368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30368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Mariana recuperou 3h do dia dela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30368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0080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75120" y="14630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0" y="1600200"/>
            <a:ext cx="8961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55080" y="1828800"/>
            <a:ext cx="107899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Objeções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400800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dúvidas respondidas (FAQ completo)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0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571232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D+13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45552" y="146304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Shape 51"/>
          <p:cNvSpPr/>
          <p:nvPr/>
        </p:nvSpPr>
        <p:spPr>
          <a:xfrm>
            <a:off x="7525512" y="1828800"/>
            <a:ext cx="107899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25512" y="1828800"/>
            <a:ext cx="107899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1965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571232" y="224028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24h — depois o preço sobe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571232" y="35661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</a:t>
            </a:r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E-mail #1 — Detalhamento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 O teste que revela sua armadilha de produtividade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60120" y="15727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Responda 5 perguntas e descubra o que está travando você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0120" y="1874520"/>
            <a:ext cx="3611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611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Oi, {primeiro_nome}!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eu adivinhar: você começa o dia com uma lista enorme de tarefas, trabalha o dia inteiro e, às 19h, sente que não fez nem metade.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acontece com 8 em cada 10 profissionais. E quase sempre o problema é o mesmo: uma de 3 armadilhas invisíveis.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 teste rápido (5 perguntas, 2 minutos) que revela qual armadilha está travando você.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teste recebe primeiro o convite da aula ao vivo.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463040" y="3977640"/>
            <a:ext cx="25603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 TESTE AGORA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0" y="1051560"/>
            <a:ext cx="3474720" cy="36576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Especificações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208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 antes do carrinho (D-7)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2130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20840" y="2130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base ativa (12.000)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0" y="2523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Rate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20840" y="2523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2916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CTR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20840" y="2916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12%+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destino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2084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interativo no Typeform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2084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clicou → tag 'engajado'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abriu → reenvio D-5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0" y="4096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20840" y="4096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o curso → sai da sequência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Sucesso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164592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vendas em 14 dias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1920240" cy="164592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R$250k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R$ 497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920240" cy="164592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12,5x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R$ 20k investidos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95160" y="1097280"/>
            <a:ext cx="1920240" cy="1645920"/>
          </a:xfrm>
          <a:prstGeom prst="rect">
            <a:avLst/>
          </a:prstGeom>
          <a:solidFill>
            <a:srgbClr val="1E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de leads (14k)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37160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Medir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 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conversão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ActiveCampaign / Mailchimp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R$ 40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+ GA4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Orgânico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captados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UTM + página de captura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1615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0120" y="1673352"/>
            <a:ext cx="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63040" y="1143000"/>
            <a:ext cx="6949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1170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1 (07-11/abr)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170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página de vendas e checkout. Configurar pixels. Gravar 3 Reels.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2423160"/>
            <a:ext cx="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463040" y="1892808"/>
            <a:ext cx="6949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916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2 (14-18/abr)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landing page do checklist. Configurar e-mails. Lançar captação.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7157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120" y="3172968"/>
            <a:ext cx="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63040" y="2642616"/>
            <a:ext cx="6949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2670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3 (21-25/abr)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ao vivo gratuita. Ativar retargeting. Publicar depoimentos.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655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63040" y="3392424"/>
            <a:ext cx="6949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91640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4 (28/abr-02/mai)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4198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final do funil. Briefing suporte. Preparar assets de urgência.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4251960"/>
            <a:ext cx="457200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343400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468880" y="4251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necessária até 11/abr para cumprir o cronograma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Lançamento — Método Foco Digital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Foco Digital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pronta para execução.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 do plugin Marketing utilizadas: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campaign-plan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Plano estratégico completo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draft-content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Conteúdo para Instagram e blog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email-sequence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Sequência de 7 e-mails de lançamento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Campanha de Lançamento — Método Foco Digital</dc:title>
  <dc:subject>PptxGenJS Presentation</dc:subject>
  <dc:creator>Plugin Marketing — Claude</dc:creator>
  <cp:lastModifiedBy>Plugin Marketing — Claude</cp:lastModifiedBy>
  <cp:revision>1</cp:revision>
  <dcterms:created xsi:type="dcterms:W3CDTF">2026-04-06T02:22:32Z</dcterms:created>
  <dcterms:modified xsi:type="dcterms:W3CDTF">2026-04-06T02:22:32Z</dcterms:modified>
</cp:coreProperties>
</file>
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CLAUDE CODE 2026 · INTRODUÇÃO AO CLAUDE COWORK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Agendamento de Tarefas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configurar, testar e usar tarefas agendadas com Claude para automatizar rotinas do dia a dia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800600"/>
            <a:ext cx="64008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Melo  ·  23 de setembro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ATIVIDADE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 nesta sessão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12868" cy="1691640"/>
          </a:xfrm>
          <a:prstGeom prst="roundRect">
            <a:avLst>
              <a:gd name="adj" fmla="val 6486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75688"/>
            <a:ext cx="4564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 recurso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96312"/>
            <a:ext cx="456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exemplos práticos: rotinas diárias, monitoramento, produtividade, conteúdo recorrente e lembretes pontuais.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5868" y="1874520"/>
            <a:ext cx="5112868" cy="1691640"/>
          </a:xfrm>
          <a:prstGeom prst="roundRect">
            <a:avLst>
              <a:gd name="adj" fmla="val 6486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0188" y="2075688"/>
            <a:ext cx="4564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automação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0188" y="2496312"/>
            <a:ext cx="456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manual da tarefa para validar o fluxo completo antes da primeira execução agendada.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5112868" cy="1691640"/>
          </a:xfrm>
          <a:prstGeom prst="roundRect">
            <a:avLst>
              <a:gd name="adj" fmla="val 6486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087368"/>
            <a:ext cx="4564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uma tarefa real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07992"/>
            <a:ext cx="456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uma tarefa semanal que gera um relatório de progresso do curso "Formação Claude Code 2026".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5868" y="3886200"/>
            <a:ext cx="5112868" cy="1691640"/>
          </a:xfrm>
          <a:prstGeom prst="roundRect">
            <a:avLst>
              <a:gd name="adj" fmla="val 6486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0188" y="4087368"/>
            <a:ext cx="4564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o resultado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4507992"/>
            <a:ext cx="456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um relatório em PDF, estilo escuro, salvo diretamente na pasta do curso no computador.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Tarefas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309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tarefa agendada foi montada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dos dados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varredura da pasta "Formação Claude Code 2026" no computador, olhando arquivos novos ou modificados por módulo.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3464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 segunda-feira às 8h (horário de Fortaleza), resumindo a semana anterior.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74904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PDF em estilo escuro, salvo automaticamente em "Formação Claude Code 2026/Relatórios/", com aviso por push ao concluir.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66344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computador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pasta do curso conectada à tarefa, permitindo leitura e escrita de arquivos sem intervenção manual.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Tarefas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309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do teste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32378" cy="1188720"/>
          </a:xfrm>
          <a:prstGeom prst="roundRect">
            <a:avLst>
              <a:gd name="adj" fmla="val 9231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do curso mapeados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29658" y="1874520"/>
            <a:ext cx="3332378" cy="1188720"/>
          </a:xfrm>
          <a:prstGeom prst="roundRect">
            <a:avLst>
              <a:gd name="adj" fmla="val 9231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9658" y="20116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novos/atualizados na semana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36357" y="1874520"/>
            <a:ext cx="3332378" cy="1188720"/>
          </a:xfrm>
          <a:prstGeom prst="roundRect">
            <a:avLst>
              <a:gd name="adj" fmla="val 9231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36357" y="20116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17351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 atividade recente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45775" cy="1920240"/>
        </p:xfrm>
        <a:graphic>
          <a:graphicData uri="http://schemas.openxmlformats.org/drawingml/2006/table">
            <a:tbl>
              <a:tblPr/>
              <a:tblGrid>
                <a:gridCol w="6327465"/>
                <a:gridCol w="421831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9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9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ao Claude Cowork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6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arquivos na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6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arquivos na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do Zero (PHOTOAPP)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6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arquivos na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Tarefas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454335" y="6309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continua rodando sozinho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090008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6517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automática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20040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próxima segunda-feira, o relatório semanal é gerado sozinho, sem precisar pedir de novo.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377440"/>
            <a:ext cx="5090008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6517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possíveis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320040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Dia/horário, escopo da varredura e formato de entrega podem ser alterados a qualquer momento.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Tarefas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309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2026-09-23T14:59:14Z</dcterms:created>
  <dcterms:modified xsi:type="dcterms:W3CDTF">2026-09-23T14:59:14Z</dcterms:modified>
</cp:coreProperties>
</file>
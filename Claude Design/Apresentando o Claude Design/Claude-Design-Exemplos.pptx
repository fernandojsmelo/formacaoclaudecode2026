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457200"/>
            <a:ext cx="228600" cy="228600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457200"/>
            <a:ext cx="228600" cy="228600"/>
          </a:xfrm>
          <a:prstGeom prst="ellipse">
            <a:avLst/>
          </a:prstGeom>
          <a:solidFill>
            <a:srgbClr val="D4724A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457200"/>
            <a:ext cx="228600" cy="228600"/>
          </a:xfrm>
          <a:prstGeom prst="ellipse">
            <a:avLst/>
          </a:prstGeom>
          <a:solidFill>
            <a:srgbClr val="F6F1E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097280"/>
            <a:ext cx="822960" cy="822960"/>
          </a:xfrm>
          <a:prstGeom prst="ellipse">
            <a:avLst/>
          </a:prstGeom>
          <a:solidFill>
            <a:srgbClr val="D472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261872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057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LABS  ·  RESEARCH PREVIEW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331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6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Design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práticos para sair de uma ideia e chegar a protótipos, decks e landing pages em minutos — direto em claude.ai/design.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4343400"/>
            <a:ext cx="548640" cy="36576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Rodrigo  ·  Lançado em 17 de abril de 2026  ·  Claude Opus 4.7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canvas conversacional para criar visuais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descreve, Claude desenha. Você refina por chat, comentários inline ou knobs de ajuste — e exporta para onde quiser.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54864" cy="1417320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965960"/>
            <a:ext cx="411480" cy="411480"/>
          </a:xfrm>
          <a:prstGeom prst="rect">
            <a:avLst/>
          </a:prstGeom>
          <a:solidFill>
            <a:srgbClr val="F6F1E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202082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19842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Protótipos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249631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Interativos, prontos para teste sem revisão de código.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37560" y="178308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783080"/>
            <a:ext cx="54864" cy="1417320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13" name="Shape 10"/>
          <p:cNvSpPr/>
          <p:nvPr/>
        </p:nvSpPr>
        <p:spPr>
          <a:xfrm>
            <a:off x="3566160" y="1965960"/>
            <a:ext cx="411480" cy="411480"/>
          </a:xfrm>
          <a:prstGeom prst="rect">
            <a:avLst/>
          </a:prstGeom>
          <a:solidFill>
            <a:srgbClr val="F6F1E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2020824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87368" y="19842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Pitch Decks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66160" y="249631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um rascunho até deck completo e on-brand.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17920" y="178308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783080"/>
            <a:ext cx="54864" cy="1417320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19" name="Shape 15"/>
          <p:cNvSpPr/>
          <p:nvPr/>
        </p:nvSpPr>
        <p:spPr>
          <a:xfrm>
            <a:off x="6446520" y="1965960"/>
            <a:ext cx="411480" cy="411480"/>
          </a:xfrm>
          <a:prstGeom prst="rect">
            <a:avLst/>
          </a:prstGeom>
          <a:solidFill>
            <a:srgbClr val="F6F1E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2020824"/>
            <a:ext cx="301752" cy="3017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67728" y="19842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 Pages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46520" y="249631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pricing, CTA — com tokens do seu DS.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57200" y="333756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7200" y="3337560"/>
            <a:ext cx="54864" cy="1417320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25" name="Shape 20"/>
          <p:cNvSpPr/>
          <p:nvPr/>
        </p:nvSpPr>
        <p:spPr>
          <a:xfrm>
            <a:off x="685800" y="3520440"/>
            <a:ext cx="411480" cy="411480"/>
          </a:xfrm>
          <a:prstGeom prst="rect">
            <a:avLst/>
          </a:prstGeom>
          <a:solidFill>
            <a:srgbClr val="F6F1E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575304"/>
            <a:ext cx="301752" cy="30175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07008" y="35387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Fluxos Mobile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85800" y="40507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de onboarding, formulários e apps internos.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337560" y="333756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337560" y="3337560"/>
            <a:ext cx="54864" cy="1417320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31" name="Shape 25"/>
          <p:cNvSpPr/>
          <p:nvPr/>
        </p:nvSpPr>
        <p:spPr>
          <a:xfrm>
            <a:off x="3566160" y="3520440"/>
            <a:ext cx="411480" cy="411480"/>
          </a:xfrm>
          <a:prstGeom prst="rect">
            <a:avLst/>
          </a:prstGeom>
          <a:solidFill>
            <a:srgbClr val="F6F1E6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1024" y="3575304"/>
            <a:ext cx="301752" cy="30175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087368" y="35387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System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3566160" y="40507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seu codebase e arquivos para herdar cor/tipografia.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217920" y="333756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217920" y="3337560"/>
            <a:ext cx="54864" cy="1417320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37" name="Shape 30"/>
          <p:cNvSpPr/>
          <p:nvPr/>
        </p:nvSpPr>
        <p:spPr>
          <a:xfrm>
            <a:off x="6446520" y="3520440"/>
            <a:ext cx="411480" cy="411480"/>
          </a:xfrm>
          <a:prstGeom prst="rect">
            <a:avLst/>
          </a:prstGeom>
          <a:solidFill>
            <a:srgbClr val="F6F1E6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1384" y="3575304"/>
            <a:ext cx="301752" cy="30175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967728" y="35387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Handoff p/ Code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6446520" y="40507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pronto para integrar com Claude Code.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E4DDCB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57200" y="48646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Design · claude.ai/design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4572000" y="48646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USO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ideia ao export em 5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6002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1600200" cy="45720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7260" y="2103120"/>
            <a:ext cx="640080" cy="640080"/>
          </a:xfrm>
          <a:prstGeom prst="ellipse">
            <a:avLst/>
          </a:prstGeom>
          <a:solidFill>
            <a:srgbClr val="F6F1E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2402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Criar projeto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329184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Herda cores, fontes e componentes da sua organização.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130552" y="1463040"/>
            <a:ext cx="16002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30552" y="1463040"/>
            <a:ext cx="1600200" cy="45720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13" name="Text 10"/>
          <p:cNvSpPr/>
          <p:nvPr/>
        </p:nvSpPr>
        <p:spPr>
          <a:xfrm>
            <a:off x="2130552" y="1463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610612" y="2103120"/>
            <a:ext cx="640080" cy="640080"/>
          </a:xfrm>
          <a:prstGeom prst="ellipse">
            <a:avLst/>
          </a:prstGeom>
          <a:solidFill>
            <a:srgbClr val="F6F1E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772" y="224028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221992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Adicionar contexto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267712" y="329184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 screenshots, DOCX/PPTX/XLSX ou aponte seu repo.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803904" y="1463040"/>
            <a:ext cx="16002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803904" y="1463040"/>
            <a:ext cx="1600200" cy="45720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20" name="Text 16"/>
          <p:cNvSpPr/>
          <p:nvPr/>
        </p:nvSpPr>
        <p:spPr>
          <a:xfrm>
            <a:off x="3803904" y="1463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283964" y="2103120"/>
            <a:ext cx="640080" cy="640080"/>
          </a:xfrm>
          <a:prstGeom prst="ellipse">
            <a:avLst/>
          </a:prstGeom>
          <a:solidFill>
            <a:srgbClr val="F6F1E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124" y="224028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895344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Descrever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941064" y="329184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um prompt específico com público e objetivo.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477256" y="1463040"/>
            <a:ext cx="16002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77256" y="1463040"/>
            <a:ext cx="1600200" cy="45720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27" name="Text 22"/>
          <p:cNvSpPr/>
          <p:nvPr/>
        </p:nvSpPr>
        <p:spPr>
          <a:xfrm>
            <a:off x="5477256" y="1463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5957316" y="2103120"/>
            <a:ext cx="640080" cy="640080"/>
          </a:xfrm>
          <a:prstGeom prst="ellipse">
            <a:avLst/>
          </a:prstGeom>
          <a:solidFill>
            <a:srgbClr val="F6F1E6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2240280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68696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Revisar no canvas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614416" y="329184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layout, hierarquia, tokens e microcopy.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150608" y="1463040"/>
            <a:ext cx="16002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150608" y="1463040"/>
            <a:ext cx="1600200" cy="45720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34" name="Text 28"/>
          <p:cNvSpPr/>
          <p:nvPr/>
        </p:nvSpPr>
        <p:spPr>
          <a:xfrm>
            <a:off x="7150608" y="1463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7630668" y="2103120"/>
            <a:ext cx="640080" cy="640080"/>
          </a:xfrm>
          <a:prstGeom prst="ellipse">
            <a:avLst/>
          </a:prstGeom>
          <a:solidFill>
            <a:srgbClr val="F6F1E6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7828" y="2240280"/>
            <a:ext cx="365760" cy="3657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242048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Iterar &amp; exportar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7287768" y="329184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comentários ou knobs → PDF, PPTX, Canva, HTML.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E4DDCB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457200" y="48646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Design · claude.ai/design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4572000" y="48646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01 · DASHBOARD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financeiro em dois prompts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 · CRIAR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6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"Crie um dashboard mostrando receita mensal com filtros por região e linha de produto. KPIs no topo, gráfico de linha principal, tabela detalhada abaixo. Use o design system da nossa conta."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2 · REFINAR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6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"Deixe o modo escuro como padrão e adicione um filtro de data no canto superior direito. Aumente o peso visual do KPI de Churn."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840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371600"/>
            <a:ext cx="3840480" cy="36576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11" name="Shape 9"/>
          <p:cNvSpPr/>
          <p:nvPr/>
        </p:nvSpPr>
        <p:spPr>
          <a:xfrm>
            <a:off x="4983480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2" name="Shape 10"/>
          <p:cNvSpPr/>
          <p:nvPr/>
        </p:nvSpPr>
        <p:spPr>
          <a:xfrm>
            <a:off x="5166360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3" name="Shape 11"/>
          <p:cNvSpPr/>
          <p:nvPr/>
        </p:nvSpPr>
        <p:spPr>
          <a:xfrm>
            <a:off x="534924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· Claude Design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1874520"/>
            <a:ext cx="1143000" cy="777240"/>
          </a:xfrm>
          <a:prstGeom prst="rect">
            <a:avLst/>
          </a:prstGeom>
          <a:solidFill>
            <a:srgbClr val="F6F1E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9385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0" y="217627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R$ 4,8M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2200" y="1874520"/>
            <a:ext cx="1143000" cy="777240"/>
          </a:xfrm>
          <a:prstGeom prst="rect">
            <a:avLst/>
          </a:prstGeom>
          <a:solidFill>
            <a:srgbClr val="F6F1E6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9385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63640" y="217627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7D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R$ 820K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06640" y="1874520"/>
            <a:ext cx="1143000" cy="777240"/>
          </a:xfrm>
          <a:prstGeom prst="rect">
            <a:avLst/>
          </a:prstGeom>
          <a:solidFill>
            <a:srgbClr val="F6F1E6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0" y="19385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498080" y="217627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7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3,1%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37760" y="2743200"/>
            <a:ext cx="3657600" cy="1737360"/>
          </a:xfrm>
          <a:prstGeom prst="rect">
            <a:avLst/>
          </a:prstGeom>
          <a:solidFill>
            <a:srgbClr val="F6F1E6"/>
          </a:solidFill>
          <a:ln/>
        </p:spPr>
      </p:sp>
      <p:sp>
        <p:nvSpPr>
          <p:cNvPr id="25" name="Shape 23"/>
          <p:cNvSpPr/>
          <p:nvPr/>
        </p:nvSpPr>
        <p:spPr>
          <a:xfrm>
            <a:off x="5074920" y="3931920"/>
            <a:ext cx="228600" cy="36576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26" name="Shape 24"/>
          <p:cNvSpPr/>
          <p:nvPr/>
        </p:nvSpPr>
        <p:spPr>
          <a:xfrm>
            <a:off x="5394960" y="3749040"/>
            <a:ext cx="228600" cy="54864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27" name="Shape 25"/>
          <p:cNvSpPr/>
          <p:nvPr/>
        </p:nvSpPr>
        <p:spPr>
          <a:xfrm>
            <a:off x="5715000" y="3794760"/>
            <a:ext cx="228600" cy="50292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28" name="Shape 26"/>
          <p:cNvSpPr/>
          <p:nvPr/>
        </p:nvSpPr>
        <p:spPr>
          <a:xfrm>
            <a:off x="6035040" y="3566160"/>
            <a:ext cx="228600" cy="73152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29" name="Shape 27"/>
          <p:cNvSpPr/>
          <p:nvPr/>
        </p:nvSpPr>
        <p:spPr>
          <a:xfrm>
            <a:off x="6355080" y="3657600"/>
            <a:ext cx="228600" cy="64008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30" name="Shape 28"/>
          <p:cNvSpPr/>
          <p:nvPr/>
        </p:nvSpPr>
        <p:spPr>
          <a:xfrm>
            <a:off x="6675120" y="3383280"/>
            <a:ext cx="228600" cy="91440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31" name="Shape 29"/>
          <p:cNvSpPr/>
          <p:nvPr/>
        </p:nvSpPr>
        <p:spPr>
          <a:xfrm>
            <a:off x="6995160" y="3474720"/>
            <a:ext cx="228600" cy="82296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0" y="3200400"/>
            <a:ext cx="228600" cy="109728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33" name="Shape 31"/>
          <p:cNvSpPr/>
          <p:nvPr/>
        </p:nvSpPr>
        <p:spPr>
          <a:xfrm>
            <a:off x="7635240" y="3291840"/>
            <a:ext cx="228600" cy="100584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34" name="Shape 32"/>
          <p:cNvSpPr/>
          <p:nvPr/>
        </p:nvSpPr>
        <p:spPr>
          <a:xfrm>
            <a:off x="7955280" y="3063240"/>
            <a:ext cx="228600" cy="1234440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E4DDC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646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Design · claude.ai/design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0" y="48646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02 · MOBILE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mobile com 4 telas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91440" cy="685800"/>
          </a:xfrm>
          <a:prstGeom prst="rect">
            <a:avLst/>
          </a:prstGeom>
          <a:solidFill>
            <a:srgbClr val="E8B04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6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"Desenhe um onboarding mobile de 4 telas que apresente os recursos principais do nosso app de finanças pessoais."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1554480" cy="233172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2423160"/>
            <a:ext cx="1408176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2423160"/>
            <a:ext cx="1408176" cy="164592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2715768"/>
            <a:ext cx="1188720" cy="777240"/>
          </a:xfrm>
          <a:prstGeom prst="rect">
            <a:avLst/>
          </a:prstGeom>
          <a:solidFill>
            <a:srgbClr val="F6F1E6"/>
          </a:solidFill>
          <a:ln/>
        </p:spPr>
      </p:sp>
      <p:sp>
        <p:nvSpPr>
          <p:cNvPr id="12" name="Shape 10"/>
          <p:cNvSpPr/>
          <p:nvPr/>
        </p:nvSpPr>
        <p:spPr>
          <a:xfrm>
            <a:off x="1417320" y="2898648"/>
            <a:ext cx="365760" cy="365760"/>
          </a:xfrm>
          <a:prstGeom prst="ellipse">
            <a:avLst/>
          </a:prstGeom>
          <a:solidFill>
            <a:srgbClr val="D4724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Bem-vindo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3886200"/>
            <a:ext cx="1188720" cy="54864"/>
          </a:xfrm>
          <a:prstGeom prst="rect">
            <a:avLst/>
          </a:prstGeom>
          <a:solidFill>
            <a:srgbClr val="E4DDC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3995928"/>
            <a:ext cx="914400" cy="54864"/>
          </a:xfrm>
          <a:prstGeom prst="rect">
            <a:avLst/>
          </a:prstGeom>
          <a:solidFill>
            <a:srgbClr val="E4DDC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4251960"/>
            <a:ext cx="1097280" cy="256032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2519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→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97480" y="2331720"/>
            <a:ext cx="1554480" cy="233172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19" name="Shape 17"/>
          <p:cNvSpPr/>
          <p:nvPr/>
        </p:nvSpPr>
        <p:spPr>
          <a:xfrm>
            <a:off x="2770632" y="2423160"/>
            <a:ext cx="1408176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770632" y="2423160"/>
            <a:ext cx="1408176" cy="164592"/>
          </a:xfrm>
          <a:prstGeom prst="rect">
            <a:avLst/>
          </a:prstGeom>
          <a:solidFill>
            <a:srgbClr val="2F7D7D"/>
          </a:solidFill>
          <a:ln/>
        </p:spPr>
      </p:sp>
      <p:sp>
        <p:nvSpPr>
          <p:cNvPr id="21" name="Shape 19"/>
          <p:cNvSpPr/>
          <p:nvPr/>
        </p:nvSpPr>
        <p:spPr>
          <a:xfrm>
            <a:off x="2880360" y="2715768"/>
            <a:ext cx="1188720" cy="777240"/>
          </a:xfrm>
          <a:prstGeom prst="rect">
            <a:avLst/>
          </a:prstGeom>
          <a:solidFill>
            <a:srgbClr val="F6F1E6"/>
          </a:solidFill>
          <a:ln/>
        </p:spPr>
      </p:sp>
      <p:sp>
        <p:nvSpPr>
          <p:cNvPr id="22" name="Shape 20"/>
          <p:cNvSpPr/>
          <p:nvPr/>
        </p:nvSpPr>
        <p:spPr>
          <a:xfrm>
            <a:off x="3291840" y="2898648"/>
            <a:ext cx="365760" cy="365760"/>
          </a:xfrm>
          <a:prstGeom prst="ellipse">
            <a:avLst/>
          </a:prstGeom>
          <a:solidFill>
            <a:srgbClr val="2F7D7D"/>
          </a:solidFill>
          <a:ln/>
        </p:spPr>
      </p:sp>
      <p:sp>
        <p:nvSpPr>
          <p:cNvPr id="23" name="Text 21"/>
          <p:cNvSpPr/>
          <p:nvPr/>
        </p:nvSpPr>
        <p:spPr>
          <a:xfrm>
            <a:off x="2834640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Conecte-se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880360" y="3886200"/>
            <a:ext cx="1188720" cy="54864"/>
          </a:xfrm>
          <a:prstGeom prst="rect">
            <a:avLst/>
          </a:prstGeom>
          <a:solidFill>
            <a:srgbClr val="E4DDCB"/>
          </a:solidFill>
          <a:ln/>
        </p:spPr>
      </p:sp>
      <p:sp>
        <p:nvSpPr>
          <p:cNvPr id="25" name="Shape 23"/>
          <p:cNvSpPr/>
          <p:nvPr/>
        </p:nvSpPr>
        <p:spPr>
          <a:xfrm>
            <a:off x="2880360" y="3995928"/>
            <a:ext cx="914400" cy="54864"/>
          </a:xfrm>
          <a:prstGeom prst="rect">
            <a:avLst/>
          </a:prstGeom>
          <a:solidFill>
            <a:srgbClr val="E4DDCB"/>
          </a:solidFill>
          <a:ln/>
        </p:spPr>
      </p:sp>
      <p:sp>
        <p:nvSpPr>
          <p:cNvPr id="26" name="Shape 24"/>
          <p:cNvSpPr/>
          <p:nvPr/>
        </p:nvSpPr>
        <p:spPr>
          <a:xfrm>
            <a:off x="2926080" y="4251960"/>
            <a:ext cx="1097280" cy="256032"/>
          </a:xfrm>
          <a:prstGeom prst="rect">
            <a:avLst/>
          </a:prstGeom>
          <a:solidFill>
            <a:srgbClr val="2F7D7D"/>
          </a:solidFill>
          <a:ln/>
        </p:spPr>
      </p:sp>
      <p:sp>
        <p:nvSpPr>
          <p:cNvPr id="27" name="Text 25"/>
          <p:cNvSpPr/>
          <p:nvPr/>
        </p:nvSpPr>
        <p:spPr>
          <a:xfrm>
            <a:off x="2926080" y="42519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→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2331720"/>
            <a:ext cx="1554480" cy="233172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29" name="Shape 27"/>
          <p:cNvSpPr/>
          <p:nvPr/>
        </p:nvSpPr>
        <p:spPr>
          <a:xfrm>
            <a:off x="4645152" y="2423160"/>
            <a:ext cx="1408176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645152" y="2423160"/>
            <a:ext cx="1408176" cy="164592"/>
          </a:xfrm>
          <a:prstGeom prst="rect">
            <a:avLst/>
          </a:prstGeom>
          <a:solidFill>
            <a:srgbClr val="E8B04B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2715768"/>
            <a:ext cx="1188720" cy="777240"/>
          </a:xfrm>
          <a:prstGeom prst="rect">
            <a:avLst/>
          </a:prstGeom>
          <a:solidFill>
            <a:srgbClr val="F6F1E6"/>
          </a:solidFill>
          <a:ln/>
        </p:spPr>
      </p:sp>
      <p:sp>
        <p:nvSpPr>
          <p:cNvPr id="32" name="Shape 30"/>
          <p:cNvSpPr/>
          <p:nvPr/>
        </p:nvSpPr>
        <p:spPr>
          <a:xfrm>
            <a:off x="5166360" y="2898648"/>
            <a:ext cx="365760" cy="365760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Defina metas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3886200"/>
            <a:ext cx="1188720" cy="54864"/>
          </a:xfrm>
          <a:prstGeom prst="rect">
            <a:avLst/>
          </a:prstGeom>
          <a:solidFill>
            <a:srgbClr val="E4DDCB"/>
          </a:solidFill>
          <a:ln/>
        </p:spPr>
      </p:sp>
      <p:sp>
        <p:nvSpPr>
          <p:cNvPr id="35" name="Shape 33"/>
          <p:cNvSpPr/>
          <p:nvPr/>
        </p:nvSpPr>
        <p:spPr>
          <a:xfrm>
            <a:off x="4754880" y="3995928"/>
            <a:ext cx="914400" cy="54864"/>
          </a:xfrm>
          <a:prstGeom prst="rect">
            <a:avLst/>
          </a:prstGeom>
          <a:solidFill>
            <a:srgbClr val="E4DDCB"/>
          </a:solidFill>
          <a:ln/>
        </p:spPr>
      </p:sp>
      <p:sp>
        <p:nvSpPr>
          <p:cNvPr id="36" name="Shape 34"/>
          <p:cNvSpPr/>
          <p:nvPr/>
        </p:nvSpPr>
        <p:spPr>
          <a:xfrm>
            <a:off x="4800600" y="4251960"/>
            <a:ext cx="1097280" cy="256032"/>
          </a:xfrm>
          <a:prstGeom prst="rect">
            <a:avLst/>
          </a:prstGeom>
          <a:solidFill>
            <a:srgbClr val="E8B04B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42519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→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46520" y="2331720"/>
            <a:ext cx="1554480" cy="233172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39" name="Shape 37"/>
          <p:cNvSpPr/>
          <p:nvPr/>
        </p:nvSpPr>
        <p:spPr>
          <a:xfrm>
            <a:off x="6519672" y="2423160"/>
            <a:ext cx="1408176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6519672" y="2423160"/>
            <a:ext cx="1408176" cy="164592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41" name="Shape 39"/>
          <p:cNvSpPr/>
          <p:nvPr/>
        </p:nvSpPr>
        <p:spPr>
          <a:xfrm>
            <a:off x="6629400" y="2715768"/>
            <a:ext cx="1188720" cy="777240"/>
          </a:xfrm>
          <a:prstGeom prst="rect">
            <a:avLst/>
          </a:prstGeom>
          <a:solidFill>
            <a:srgbClr val="F6F1E6"/>
          </a:solidFill>
          <a:ln/>
        </p:spPr>
      </p:sp>
      <p:sp>
        <p:nvSpPr>
          <p:cNvPr id="42" name="Shape 40"/>
          <p:cNvSpPr/>
          <p:nvPr/>
        </p:nvSpPr>
        <p:spPr>
          <a:xfrm>
            <a:off x="7040880" y="2898648"/>
            <a:ext cx="365760" cy="365760"/>
          </a:xfrm>
          <a:prstGeom prst="ellipse">
            <a:avLst/>
          </a:prstGeom>
          <a:solidFill>
            <a:srgbClr val="1B1730"/>
          </a:solidFill>
          <a:ln/>
        </p:spPr>
      </p:sp>
      <p:sp>
        <p:nvSpPr>
          <p:cNvPr id="43" name="Text 41"/>
          <p:cNvSpPr/>
          <p:nvPr/>
        </p:nvSpPr>
        <p:spPr>
          <a:xfrm>
            <a:off x="6583680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Tudo pronto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629400" y="3886200"/>
            <a:ext cx="1188720" cy="54864"/>
          </a:xfrm>
          <a:prstGeom prst="rect">
            <a:avLst/>
          </a:prstGeom>
          <a:solidFill>
            <a:srgbClr val="E4DDCB"/>
          </a:solidFill>
          <a:ln/>
        </p:spPr>
      </p:sp>
      <p:sp>
        <p:nvSpPr>
          <p:cNvPr id="45" name="Shape 43"/>
          <p:cNvSpPr/>
          <p:nvPr/>
        </p:nvSpPr>
        <p:spPr>
          <a:xfrm>
            <a:off x="6629400" y="3995928"/>
            <a:ext cx="914400" cy="54864"/>
          </a:xfrm>
          <a:prstGeom prst="rect">
            <a:avLst/>
          </a:prstGeom>
          <a:solidFill>
            <a:srgbClr val="E4DDCB"/>
          </a:solidFill>
          <a:ln/>
        </p:spPr>
      </p:sp>
      <p:sp>
        <p:nvSpPr>
          <p:cNvPr id="46" name="Shape 44"/>
          <p:cNvSpPr/>
          <p:nvPr/>
        </p:nvSpPr>
        <p:spPr>
          <a:xfrm>
            <a:off x="6675120" y="4251960"/>
            <a:ext cx="1097280" cy="256032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47" name="Text 45"/>
          <p:cNvSpPr/>
          <p:nvPr/>
        </p:nvSpPr>
        <p:spPr>
          <a:xfrm>
            <a:off x="6675120" y="42519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Começar →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E4DDC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8646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Design · claude.ai/design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0" y="48646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03 · LANDING PAGE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 de lançamento de API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320040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6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"Construa uma landing page para o nosso novo produto de API. Inclua seção hero com CTA, três cartões de feature, bloco com exemplo de código e tabela de pricing em 3 planos."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VARIAÇÕES PEDIDAS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Uma versão clara e uma escura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867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Hero com código real em destaque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1239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CTA final com depoimento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371600"/>
            <a:ext cx="42976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371600"/>
            <a:ext cx="4297680" cy="365760"/>
          </a:xfrm>
          <a:prstGeom prst="rect">
            <a:avLst/>
          </a:prstGeom>
          <a:solidFill>
            <a:srgbClr val="F6F1E6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 api.example.com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89120" y="1737360"/>
            <a:ext cx="4297680" cy="105156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AI endpoints in seconds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26280" y="2194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9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SDKs + 99,99% uptime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26280" y="2487168"/>
            <a:ext cx="1005840" cy="256032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24871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API key →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26280" y="2926080"/>
            <a:ext cx="1234440" cy="777240"/>
          </a:xfrm>
          <a:prstGeom prst="rect">
            <a:avLst/>
          </a:prstGeom>
          <a:solidFill>
            <a:srgbClr val="F6F1E6"/>
          </a:solidFill>
          <a:ln/>
        </p:spPr>
      </p:sp>
      <p:sp>
        <p:nvSpPr>
          <p:cNvPr id="20" name="Shape 18"/>
          <p:cNvSpPr/>
          <p:nvPr/>
        </p:nvSpPr>
        <p:spPr>
          <a:xfrm>
            <a:off x="4636008" y="3035808"/>
            <a:ext cx="201168" cy="201168"/>
          </a:xfrm>
          <a:prstGeom prst="ellipse">
            <a:avLst/>
          </a:prstGeom>
          <a:solidFill>
            <a:srgbClr val="D4724A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3291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 dolor sit amet.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870448" y="2926080"/>
            <a:ext cx="1234440" cy="777240"/>
          </a:xfrm>
          <a:prstGeom prst="rect">
            <a:avLst/>
          </a:prstGeom>
          <a:solidFill>
            <a:srgbClr val="F6F1E6"/>
          </a:solidFill>
          <a:ln/>
        </p:spPr>
      </p:sp>
      <p:sp>
        <p:nvSpPr>
          <p:cNvPr id="24" name="Shape 22"/>
          <p:cNvSpPr/>
          <p:nvPr/>
        </p:nvSpPr>
        <p:spPr>
          <a:xfrm>
            <a:off x="5980176" y="3035808"/>
            <a:ext cx="201168" cy="201168"/>
          </a:xfrm>
          <a:prstGeom prst="ellipse">
            <a:avLst/>
          </a:prstGeom>
          <a:solidFill>
            <a:srgbClr val="D4724A"/>
          </a:solidFill>
          <a:ln/>
        </p:spPr>
      </p:sp>
      <p:sp>
        <p:nvSpPr>
          <p:cNvPr id="25" name="Text 23"/>
          <p:cNvSpPr/>
          <p:nvPr/>
        </p:nvSpPr>
        <p:spPr>
          <a:xfrm>
            <a:off x="6236208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61888" y="3291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 dolor sit amet.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214616" y="2926080"/>
            <a:ext cx="1234440" cy="777240"/>
          </a:xfrm>
          <a:prstGeom prst="rect">
            <a:avLst/>
          </a:prstGeom>
          <a:solidFill>
            <a:srgbClr val="F6F1E6"/>
          </a:solidFill>
          <a:ln/>
        </p:spPr>
      </p:sp>
      <p:sp>
        <p:nvSpPr>
          <p:cNvPr id="28" name="Shape 26"/>
          <p:cNvSpPr/>
          <p:nvPr/>
        </p:nvSpPr>
        <p:spPr>
          <a:xfrm>
            <a:off x="7324344" y="3035808"/>
            <a:ext cx="201168" cy="201168"/>
          </a:xfrm>
          <a:prstGeom prst="ellipse">
            <a:avLst/>
          </a:prstGeom>
          <a:solidFill>
            <a:srgbClr val="D4724A"/>
          </a:solidFill>
          <a:ln/>
        </p:spPr>
      </p:sp>
      <p:sp>
        <p:nvSpPr>
          <p:cNvPr id="29" name="Text 27"/>
          <p:cNvSpPr/>
          <p:nvPr/>
        </p:nvSpPr>
        <p:spPr>
          <a:xfrm>
            <a:off x="7580376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06056" y="3291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 dolor sit amet.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26280" y="3840480"/>
            <a:ext cx="1234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8862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17720" y="4114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R$ 0/mês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70448" y="3840480"/>
            <a:ext cx="1234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61888" y="38862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61888" y="4114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R$ 99/mês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214616" y="3840480"/>
            <a:ext cx="1234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06056" y="38862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06056" y="4114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R$ 299/mês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E4DDC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8646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Design · claude.ai/design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0" y="48646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04 · PITCH DECK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outline a deck on-brand em minutos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9260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926080" cy="365760"/>
          </a:xfrm>
          <a:prstGeom prst="rect">
            <a:avLst/>
          </a:prstGeom>
          <a:solidFill>
            <a:srgbClr val="2F7D7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OUTLINE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Solução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Mercado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Produto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Tração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Ask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2880360"/>
            <a:ext cx="274320" cy="2743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931920" y="1371600"/>
            <a:ext cx="22860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4DDC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931920" y="1371600"/>
            <a:ext cx="73152" cy="1508760"/>
          </a:xfrm>
          <a:prstGeom prst="rect">
            <a:avLst/>
          </a:prstGeom>
          <a:solidFill>
            <a:srgbClr val="1B1730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0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14800" y="1965960"/>
            <a:ext cx="1920240" cy="45720"/>
          </a:xfrm>
          <a:prstGeom prst="rect">
            <a:avLst/>
          </a:prstGeom>
          <a:solidFill>
            <a:srgbClr val="E4DDCB"/>
          </a:solidFill>
          <a:ln/>
        </p:spPr>
      </p:sp>
      <p:sp>
        <p:nvSpPr>
          <p:cNvPr id="19" name="Shape 16"/>
          <p:cNvSpPr/>
          <p:nvPr/>
        </p:nvSpPr>
        <p:spPr>
          <a:xfrm>
            <a:off x="4114800" y="2103120"/>
            <a:ext cx="1645920" cy="45720"/>
          </a:xfrm>
          <a:prstGeom prst="rect">
            <a:avLst/>
          </a:prstGeom>
          <a:solidFill>
            <a:srgbClr val="E4DDCB"/>
          </a:solidFill>
          <a:ln/>
        </p:spPr>
      </p:sp>
      <p:sp>
        <p:nvSpPr>
          <p:cNvPr id="20" name="Shape 17"/>
          <p:cNvSpPr/>
          <p:nvPr/>
        </p:nvSpPr>
        <p:spPr>
          <a:xfrm>
            <a:off x="4114800" y="2240280"/>
            <a:ext cx="1371600" cy="45720"/>
          </a:xfrm>
          <a:prstGeom prst="rect">
            <a:avLst/>
          </a:prstGeom>
          <a:solidFill>
            <a:srgbClr val="E4DDCB"/>
          </a:solidFill>
          <a:ln/>
        </p:spPr>
      </p:sp>
      <p:sp>
        <p:nvSpPr>
          <p:cNvPr id="21" name="Shape 18"/>
          <p:cNvSpPr/>
          <p:nvPr/>
        </p:nvSpPr>
        <p:spPr>
          <a:xfrm>
            <a:off x="5925312" y="2587752"/>
            <a:ext cx="182880" cy="182880"/>
          </a:xfrm>
          <a:prstGeom prst="ellipse">
            <a:avLst/>
          </a:prstGeom>
          <a:solidFill>
            <a:srgbClr val="1B1730"/>
          </a:solidFill>
          <a:ln/>
        </p:spPr>
      </p:sp>
      <p:sp>
        <p:nvSpPr>
          <p:cNvPr id="22" name="Shape 19"/>
          <p:cNvSpPr/>
          <p:nvPr/>
        </p:nvSpPr>
        <p:spPr>
          <a:xfrm>
            <a:off x="6355080" y="1371600"/>
            <a:ext cx="22860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4DDC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55080" y="1371600"/>
            <a:ext cx="73152" cy="1508760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24" name="Text 21"/>
          <p:cNvSpPr/>
          <p:nvPr/>
        </p:nvSpPr>
        <p:spPr>
          <a:xfrm>
            <a:off x="6537960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Nossa solução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537960" y="1965960"/>
            <a:ext cx="1920240" cy="45720"/>
          </a:xfrm>
          <a:prstGeom prst="rect">
            <a:avLst/>
          </a:prstGeom>
          <a:solidFill>
            <a:srgbClr val="E4DDCB"/>
          </a:solidFill>
          <a:ln/>
        </p:spPr>
      </p:sp>
      <p:sp>
        <p:nvSpPr>
          <p:cNvPr id="26" name="Shape 23"/>
          <p:cNvSpPr/>
          <p:nvPr/>
        </p:nvSpPr>
        <p:spPr>
          <a:xfrm>
            <a:off x="6537960" y="2103120"/>
            <a:ext cx="1645920" cy="45720"/>
          </a:xfrm>
          <a:prstGeom prst="rect">
            <a:avLst/>
          </a:prstGeom>
          <a:solidFill>
            <a:srgbClr val="E4DDCB"/>
          </a:solidFill>
          <a:ln/>
        </p:spPr>
      </p:sp>
      <p:sp>
        <p:nvSpPr>
          <p:cNvPr id="27" name="Shape 24"/>
          <p:cNvSpPr/>
          <p:nvPr/>
        </p:nvSpPr>
        <p:spPr>
          <a:xfrm>
            <a:off x="6537960" y="2240280"/>
            <a:ext cx="1371600" cy="45720"/>
          </a:xfrm>
          <a:prstGeom prst="rect">
            <a:avLst/>
          </a:prstGeom>
          <a:solidFill>
            <a:srgbClr val="E4DDCB"/>
          </a:solidFill>
          <a:ln/>
        </p:spPr>
      </p:sp>
      <p:sp>
        <p:nvSpPr>
          <p:cNvPr id="28" name="Shape 25"/>
          <p:cNvSpPr/>
          <p:nvPr/>
        </p:nvSpPr>
        <p:spPr>
          <a:xfrm>
            <a:off x="8348472" y="2587752"/>
            <a:ext cx="182880" cy="182880"/>
          </a:xfrm>
          <a:prstGeom prst="ellipse">
            <a:avLst/>
          </a:prstGeom>
          <a:solidFill>
            <a:srgbClr val="D4724A"/>
          </a:solidFill>
          <a:ln/>
        </p:spPr>
      </p:sp>
      <p:sp>
        <p:nvSpPr>
          <p:cNvPr id="29" name="Shape 26"/>
          <p:cNvSpPr/>
          <p:nvPr/>
        </p:nvSpPr>
        <p:spPr>
          <a:xfrm>
            <a:off x="3931920" y="3063240"/>
            <a:ext cx="22860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4DDC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931920" y="3063240"/>
            <a:ext cx="73152" cy="1508760"/>
          </a:xfrm>
          <a:prstGeom prst="rect">
            <a:avLst/>
          </a:prstGeom>
          <a:solidFill>
            <a:srgbClr val="2F7D7D"/>
          </a:solidFill>
          <a:ln/>
        </p:spPr>
      </p:sp>
      <p:sp>
        <p:nvSpPr>
          <p:cNvPr id="31" name="Text 28"/>
          <p:cNvSpPr/>
          <p:nvPr/>
        </p:nvSpPr>
        <p:spPr>
          <a:xfrm>
            <a:off x="411480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Mercado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114800" y="3657600"/>
            <a:ext cx="1920240" cy="45720"/>
          </a:xfrm>
          <a:prstGeom prst="rect">
            <a:avLst/>
          </a:prstGeom>
          <a:solidFill>
            <a:srgbClr val="E4DDCB"/>
          </a:solidFill>
          <a:ln/>
        </p:spPr>
      </p:sp>
      <p:sp>
        <p:nvSpPr>
          <p:cNvPr id="33" name="Shape 30"/>
          <p:cNvSpPr/>
          <p:nvPr/>
        </p:nvSpPr>
        <p:spPr>
          <a:xfrm>
            <a:off x="4114800" y="3794760"/>
            <a:ext cx="1645920" cy="45720"/>
          </a:xfrm>
          <a:prstGeom prst="rect">
            <a:avLst/>
          </a:prstGeom>
          <a:solidFill>
            <a:srgbClr val="E4DDCB"/>
          </a:solidFill>
          <a:ln/>
        </p:spPr>
      </p:sp>
      <p:sp>
        <p:nvSpPr>
          <p:cNvPr id="34" name="Shape 31"/>
          <p:cNvSpPr/>
          <p:nvPr/>
        </p:nvSpPr>
        <p:spPr>
          <a:xfrm>
            <a:off x="4114800" y="3931920"/>
            <a:ext cx="1371600" cy="45720"/>
          </a:xfrm>
          <a:prstGeom prst="rect">
            <a:avLst/>
          </a:prstGeom>
          <a:solidFill>
            <a:srgbClr val="E4DDCB"/>
          </a:solidFill>
          <a:ln/>
        </p:spPr>
      </p:sp>
      <p:sp>
        <p:nvSpPr>
          <p:cNvPr id="35" name="Shape 32"/>
          <p:cNvSpPr/>
          <p:nvPr/>
        </p:nvSpPr>
        <p:spPr>
          <a:xfrm>
            <a:off x="5925312" y="4279392"/>
            <a:ext cx="182880" cy="182880"/>
          </a:xfrm>
          <a:prstGeom prst="ellipse">
            <a:avLst/>
          </a:prstGeom>
          <a:solidFill>
            <a:srgbClr val="2F7D7D"/>
          </a:solidFill>
          <a:ln/>
        </p:spPr>
      </p:sp>
      <p:sp>
        <p:nvSpPr>
          <p:cNvPr id="36" name="Shape 33"/>
          <p:cNvSpPr/>
          <p:nvPr/>
        </p:nvSpPr>
        <p:spPr>
          <a:xfrm>
            <a:off x="6355080" y="3063240"/>
            <a:ext cx="22860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4DDC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55080" y="3063240"/>
            <a:ext cx="73152" cy="1508760"/>
          </a:xfrm>
          <a:prstGeom prst="rect">
            <a:avLst/>
          </a:prstGeom>
          <a:solidFill>
            <a:srgbClr val="E8B04B"/>
          </a:solidFill>
          <a:ln/>
        </p:spPr>
      </p:sp>
      <p:sp>
        <p:nvSpPr>
          <p:cNvPr id="38" name="Text 35"/>
          <p:cNvSpPr/>
          <p:nvPr/>
        </p:nvSpPr>
        <p:spPr>
          <a:xfrm>
            <a:off x="653796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Investimento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537960" y="3657600"/>
            <a:ext cx="1920240" cy="45720"/>
          </a:xfrm>
          <a:prstGeom prst="rect">
            <a:avLst/>
          </a:prstGeom>
          <a:solidFill>
            <a:srgbClr val="E4DDCB"/>
          </a:solidFill>
          <a:ln/>
        </p:spPr>
      </p:sp>
      <p:sp>
        <p:nvSpPr>
          <p:cNvPr id="40" name="Shape 37"/>
          <p:cNvSpPr/>
          <p:nvPr/>
        </p:nvSpPr>
        <p:spPr>
          <a:xfrm>
            <a:off x="6537960" y="3794760"/>
            <a:ext cx="1645920" cy="45720"/>
          </a:xfrm>
          <a:prstGeom prst="rect">
            <a:avLst/>
          </a:prstGeom>
          <a:solidFill>
            <a:srgbClr val="E4DDCB"/>
          </a:solidFill>
          <a:ln/>
        </p:spPr>
      </p:sp>
      <p:sp>
        <p:nvSpPr>
          <p:cNvPr id="41" name="Shape 38"/>
          <p:cNvSpPr/>
          <p:nvPr/>
        </p:nvSpPr>
        <p:spPr>
          <a:xfrm>
            <a:off x="6537960" y="3931920"/>
            <a:ext cx="1371600" cy="45720"/>
          </a:xfrm>
          <a:prstGeom prst="rect">
            <a:avLst/>
          </a:prstGeom>
          <a:solidFill>
            <a:srgbClr val="E4DDCB"/>
          </a:solidFill>
          <a:ln/>
        </p:spPr>
      </p:sp>
      <p:sp>
        <p:nvSpPr>
          <p:cNvPr id="42" name="Shape 39"/>
          <p:cNvSpPr/>
          <p:nvPr/>
        </p:nvSpPr>
        <p:spPr>
          <a:xfrm>
            <a:off x="8348472" y="4279392"/>
            <a:ext cx="182880" cy="182880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43" name="Shape 4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E4DDC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57200" y="48646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Design · claude.ai/design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572000" y="48646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05 · EDIÇÃO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formas de refinar qualquer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79192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2679192" cy="73152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737360"/>
            <a:ext cx="640080" cy="640080"/>
          </a:xfrm>
          <a:prstGeom prst="ellipse">
            <a:avLst/>
          </a:prstGeom>
          <a:solidFill>
            <a:srgbClr val="F6F1E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562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mudanças estruturais amplas em todo o projeto.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" y="3611880"/>
            <a:ext cx="2286000" cy="868680"/>
          </a:xfrm>
          <a:prstGeom prst="rect">
            <a:avLst/>
          </a:prstGeom>
          <a:solidFill>
            <a:srgbClr val="F6F1E6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675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22960" y="38587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"Deixe o esquema de cores mais escuro em todas as telas."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73552" y="1463040"/>
            <a:ext cx="2679192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73552" y="1463040"/>
            <a:ext cx="2679192" cy="73152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15" name="Shape 12"/>
          <p:cNvSpPr/>
          <p:nvPr/>
        </p:nvSpPr>
        <p:spPr>
          <a:xfrm>
            <a:off x="3502152" y="1737360"/>
            <a:ext cx="640080" cy="640080"/>
          </a:xfrm>
          <a:prstGeom prst="ellipse">
            <a:avLst/>
          </a:prstGeom>
          <a:solidFill>
            <a:srgbClr val="F6F1E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1856232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02152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Comentário inline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502152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um elemento específico e deixe feedback localizado.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502152" y="3611880"/>
            <a:ext cx="2286000" cy="868680"/>
          </a:xfrm>
          <a:prstGeom prst="rect">
            <a:avLst/>
          </a:prstGeom>
          <a:solidFill>
            <a:srgbClr val="F6F1E6"/>
          </a:solidFill>
          <a:ln/>
        </p:spPr>
      </p:sp>
      <p:sp>
        <p:nvSpPr>
          <p:cNvPr id="20" name="Text 16"/>
          <p:cNvSpPr/>
          <p:nvPr/>
        </p:nvSpPr>
        <p:spPr>
          <a:xfrm>
            <a:off x="3639312" y="3675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3639312" y="38587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"Aumente o padding deste botão para 16px."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089904" y="1463040"/>
            <a:ext cx="2679192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089904" y="1463040"/>
            <a:ext cx="2679192" cy="73152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24" name="Shape 20"/>
          <p:cNvSpPr/>
          <p:nvPr/>
        </p:nvSpPr>
        <p:spPr>
          <a:xfrm>
            <a:off x="6318504" y="1737360"/>
            <a:ext cx="640080" cy="640080"/>
          </a:xfrm>
          <a:prstGeom prst="ellipse">
            <a:avLst/>
          </a:prstGeom>
          <a:solidFill>
            <a:srgbClr val="F6F1E6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856232"/>
            <a:ext cx="402336" cy="40233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18504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Adjustment knobs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318504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criados por Claude para ajustar spacing, cor e layout ao vivo.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318504" y="3611880"/>
            <a:ext cx="2286000" cy="868680"/>
          </a:xfrm>
          <a:prstGeom prst="rect">
            <a:avLst/>
          </a:prstGeom>
          <a:solidFill>
            <a:srgbClr val="F6F1E6"/>
          </a:solidFill>
          <a:ln/>
        </p:spPr>
      </p:sp>
      <p:sp>
        <p:nvSpPr>
          <p:cNvPr id="29" name="Text 24"/>
          <p:cNvSpPr/>
          <p:nvPr/>
        </p:nvSpPr>
        <p:spPr>
          <a:xfrm>
            <a:off x="6455664" y="3675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6455664" y="38587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Arrastar: densidade, contraste, raio de borda.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E4DDCB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57200" y="48646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Design · claude.ai/design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4572000" y="48646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&amp; HANDOFF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canvas para onde sua equipe trabalha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54864" cy="960120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F6F1E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72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URL interna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1874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 dentro da organização, controle de acesso.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417320"/>
            <a:ext cx="4023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417320"/>
            <a:ext cx="54864" cy="960120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12" name="Shape 9"/>
          <p:cNvSpPr/>
          <p:nvPr/>
        </p:nvSpPr>
        <p:spPr>
          <a:xfrm>
            <a:off x="4892040" y="1600200"/>
            <a:ext cx="548640" cy="548640"/>
          </a:xfrm>
          <a:prstGeom prst="ellipse">
            <a:avLst/>
          </a:prstGeom>
          <a:solidFill>
            <a:srgbClr val="F6F1E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916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572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623560" y="1874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 alta fidelidade para apresentar offline.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2514600"/>
            <a:ext cx="4023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2514600"/>
            <a:ext cx="54864" cy="960120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18" name="Shape 14"/>
          <p:cNvSpPr/>
          <p:nvPr/>
        </p:nvSpPr>
        <p:spPr>
          <a:xfrm>
            <a:off x="685800" y="2697480"/>
            <a:ext cx="548640" cy="548640"/>
          </a:xfrm>
          <a:prstGeom prst="ellipse">
            <a:avLst/>
          </a:prstGeom>
          <a:solidFill>
            <a:srgbClr val="F6F1E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889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26700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PPTX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41732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e edite no PowerPoint ou Google Slides.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663440" y="2514600"/>
            <a:ext cx="4023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663440" y="2514600"/>
            <a:ext cx="54864" cy="960120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24" name="Shape 19"/>
          <p:cNvSpPr/>
          <p:nvPr/>
        </p:nvSpPr>
        <p:spPr>
          <a:xfrm>
            <a:off x="4892040" y="2697480"/>
            <a:ext cx="548640" cy="548640"/>
          </a:xfrm>
          <a:prstGeom prst="ellipse">
            <a:avLst/>
          </a:prstGeom>
          <a:solidFill>
            <a:srgbClr val="F6F1E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78892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23560" y="26700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Canva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62356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direto para o Canva como design editável.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57200" y="3611880"/>
            <a:ext cx="4023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7200" y="3611880"/>
            <a:ext cx="54864" cy="960120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30" name="Shape 24"/>
          <p:cNvSpPr/>
          <p:nvPr/>
        </p:nvSpPr>
        <p:spPr>
          <a:xfrm>
            <a:off x="685800" y="3794760"/>
            <a:ext cx="548640" cy="548640"/>
          </a:xfrm>
          <a:prstGeom prst="ellipse">
            <a:avLst/>
          </a:prstGeom>
          <a:solidFill>
            <a:srgbClr val="F6F1E6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8620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17320" y="3767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 standalone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41732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arquivo para hospedar em qualquer lugar.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4663440" y="3611880"/>
            <a:ext cx="4023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B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4663440" y="3611880"/>
            <a:ext cx="54864" cy="960120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36" name="Shape 29"/>
          <p:cNvSpPr/>
          <p:nvPr/>
        </p:nvSpPr>
        <p:spPr>
          <a:xfrm>
            <a:off x="4892040" y="3794760"/>
            <a:ext cx="548640" cy="548640"/>
          </a:xfrm>
          <a:prstGeom prst="ellipse">
            <a:avLst/>
          </a:prstGeom>
          <a:solidFill>
            <a:srgbClr val="F6F1E6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886200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623560" y="3767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562356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de handoff para o time de desenvolvimento.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E4DDCB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457200" y="48646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Design · claude.ai/design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4572000" y="48646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escrever prompts que geram bons designs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527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Comece simples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80136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a estrutura primeiro; adicione complexidade depois.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502920" cy="502920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49240" y="1527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Seja específico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180136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"Tighten spacing between form fields to 8px" &gt; "melhore o espaçamento".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502920" cy="502920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578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Nomeie componentes do 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85292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o Card 'feature-tile' e o token color/brand-500".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560320"/>
            <a:ext cx="502920" cy="502920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9240" y="2578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Indique responsividade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285292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o design em mobile, tablet e desktop separadamente.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502920" cy="502920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630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Peça variações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90448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"Gere 3 direções: minimal, ousada e corporativa."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611880"/>
            <a:ext cx="502920" cy="502920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9240" y="3630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Revise acessibilidade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390448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"Audite contraste, hierarquia e foco de teclado."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E4DD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646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Design · claude.ai/design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0" y="48646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JÁ ESTÁ USANDO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casos reais do research preview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2651760" cy="1965960"/>
          </a:xfrm>
          <a:prstGeom prst="rect">
            <a:avLst/>
          </a:prstGeom>
          <a:solidFill>
            <a:srgbClr val="2A244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554480"/>
            <a:ext cx="2651760" cy="73152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6002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B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51560" y="20574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6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que levavam 20+ prompts em outras ferramentas só precisaram de 2 prompts no Claude Design.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Brilliant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39312" y="1554480"/>
            <a:ext cx="2651760" cy="1965960"/>
          </a:xfrm>
          <a:prstGeom prst="rect">
            <a:avLst/>
          </a:prstGeom>
          <a:solidFill>
            <a:srgbClr val="2A2446"/>
          </a:solidFill>
          <a:ln/>
        </p:spPr>
      </p:sp>
      <p:sp>
        <p:nvSpPr>
          <p:cNvPr id="11" name="Shape 9"/>
          <p:cNvSpPr/>
          <p:nvPr/>
        </p:nvSpPr>
        <p:spPr>
          <a:xfrm>
            <a:off x="3639312" y="1554480"/>
            <a:ext cx="2651760" cy="73152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12" name="Text 10"/>
          <p:cNvSpPr/>
          <p:nvPr/>
        </p:nvSpPr>
        <p:spPr>
          <a:xfrm>
            <a:off x="3776472" y="16002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B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867912" y="20574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6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levava uma semana de idas e voltas entre briefs, mockups e revisões agora acontece em uma só conversa.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67912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Datadog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55664" y="1554480"/>
            <a:ext cx="2651760" cy="1965960"/>
          </a:xfrm>
          <a:prstGeom prst="rect">
            <a:avLst/>
          </a:prstGeom>
          <a:solidFill>
            <a:srgbClr val="2A244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55664" y="1554480"/>
            <a:ext cx="2651760" cy="73152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17" name="Text 15"/>
          <p:cNvSpPr/>
          <p:nvPr/>
        </p:nvSpPr>
        <p:spPr>
          <a:xfrm>
            <a:off x="6592824" y="16002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B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684264" y="20574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6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rascunhos viram designs totalmente editáveis e colaborativos, prontos para refinar e publicar.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84264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Canva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hoje em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069080"/>
            <a:ext cx="2926080" cy="502920"/>
          </a:xfrm>
          <a:prstGeom prst="rect">
            <a:avLst/>
          </a:prstGeom>
          <a:solidFill>
            <a:srgbClr val="D4724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069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claude.ai/design  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4206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Pro, Max, Team e Enterprise  ·  research preview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Design — Exemplos Práticos</dc:title>
  <dc:subject>PptxGenJS Presentation</dc:subject>
  <dc:creator>Claude</dc:creator>
  <cp:lastModifiedBy>Claude</cp:lastModifiedBy>
  <cp:revision>1</cp:revision>
  <dcterms:created xsi:type="dcterms:W3CDTF">2026-04-20T01:20:51Z</dcterms:created>
  <dcterms:modified xsi:type="dcterms:W3CDTF">2026-04-20T01:20:51Z</dcterms:modified>
</cp:coreProperties>
</file>